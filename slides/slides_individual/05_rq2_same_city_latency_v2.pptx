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RQ2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Same-City Latency: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73352"/>
            <a:ext cx="504428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DOMESTIC 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5044287" cy="9144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2.2x / 1.4x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Karachi / Lahore spread, domestic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673352"/>
            <a:ext cx="504428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CDN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4160520"/>
            <a:ext cx="5044287" cy="9144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29.8x / 34x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Karachi / Lahore spread, CDN 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93A6C4"/>
                </a:solidFill>
                <a:latin typeface="Arial"/>
              </a:rPr>
              <a:t>Every ISP in a city sits at roughly the same physical distance from a cache. A gap this large is a peering choice, not distance.</a:t>
            </a:r>
          </a:p>
          <a:p>
            <a:pPr>
              <a:spcBef>
                <a:spcPts val="600"/>
              </a:spcBef>
            </a:pPr>
            <a:r>
              <a:rPr sz="1000" i="1">
                <a:solidFill>
                  <a:srgbClr val="93A6C4"/>
                </a:solidFill>
                <a:latin typeface="Arial"/>
              </a:rPr>
              <a:t>✓ = cross-checked against Cloudflare's own edge (31 of 33 sites, 0-3 ms handshakes).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76272"/>
            <a:ext cx="5047488" cy="196596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322576"/>
            <a:ext cx="4535423" cy="1463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3A6C4"/>
                </a:solidFill>
                <a:latin typeface="Courier New"/>
              </a:rPr>
              <a:t>Karachi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496312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3432" y="2517571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13432" y="2517571"/>
            <a:ext cx="839211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7" y="2496312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18.4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679192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13432" y="2700451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13432" y="2700451"/>
            <a:ext cx="925868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7" y="2679192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20.3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862072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13432" y="2883331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13432" y="2883331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7" y="2862072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41.3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182112"/>
            <a:ext cx="4535423" cy="1463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3A6C4"/>
                </a:solidFill>
                <a:latin typeface="Courier New"/>
              </a:rPr>
              <a:t>Lahore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355848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3432" y="337710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13432" y="3377107"/>
            <a:ext cx="1363073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7" y="3355848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17.15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3538728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13432" y="355998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13432" y="3559987"/>
            <a:ext cx="1450500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0247" y="3538728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18.25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3721608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13432" y="374286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13432" y="3742867"/>
            <a:ext cx="1645225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7" y="3721608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20.7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3904488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13432" y="392574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313432" y="392574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7" y="3904488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23.7 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7648" y="2176272"/>
            <a:ext cx="5047488" cy="196596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2322576"/>
            <a:ext cx="4535423" cy="1463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3A6C4"/>
                </a:solidFill>
                <a:latin typeface="Courier New"/>
              </a:rPr>
              <a:t>Karachi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2496312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2517571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18120" y="2517571"/>
            <a:ext cx="63853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74936" y="2496312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4.4 ms (61.5%)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2679192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18120" y="2700451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18120" y="2700451"/>
            <a:ext cx="1131939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74936" y="2679192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78 ms (41%)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2862072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F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8120" y="2883331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818120" y="2883331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74936" y="2862072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129.8 ms (0%)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3182112"/>
            <a:ext cx="4535423" cy="1463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3A6C4"/>
                </a:solidFill>
                <a:latin typeface="Courier New"/>
              </a:rPr>
              <a:t>Lahore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3355848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C 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18120" y="337710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818120" y="3377107"/>
            <a:ext cx="55753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74936" y="3355848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2.8 ms (84.6%)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538728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18120" y="355998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818120" y="3559987"/>
            <a:ext cx="1813972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74936" y="3538728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91.1 ms (0%)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721608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18120" y="374286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818120" y="3742867"/>
            <a:ext cx="1837866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4936" y="3721608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92.3 ms (0%)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904488"/>
            <a:ext cx="1161288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Arial"/>
              </a:rPr>
              <a:t>ISP 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818120" y="392574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818120" y="3925747"/>
            <a:ext cx="1883663" cy="99212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74936" y="3904488"/>
            <a:ext cx="1417320" cy="1417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3A4455"/>
                </a:solidFill>
                <a:latin typeface="Courier New"/>
              </a:rPr>
              <a:t>94.6 ms (0%)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