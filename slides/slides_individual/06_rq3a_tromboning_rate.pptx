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Tromboning Rate: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5516575" cy="210312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 bIns="256032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3A4455"/>
                </a:solidFill>
                <a:latin typeface="Arial"/>
              </a:rPr>
              <a:t>A naive classifier flags 27.7% of requests as tromboned. Excluding Shaw Communications and Cogent IPs confirmed physically inside Pakistan drops this to 7.3%. Excluding foreign-labeled hops under 40 ms drops it to 7.5%. Both filters together give 5.5%, confirmed tromboning, well below the 13% reported for Brazil, 50% for Kenya, and 66.8% for intra-African paths.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59352"/>
            <a:ext cx="5516575" cy="9144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5.5%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confirmed tromboning rate, PK-hosted sites, vs 13-66.8% elsewhere</a:t>
            </a:r>
          </a:p>
        </p:txBody>
      </p:sp>
      <p:pic>
        <p:nvPicPr>
          <p:cNvPr id="6" name="Picture 5" descr="Trombone 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1719072"/>
            <a:ext cx="4572000" cy="312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07492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93A6C4"/>
                </a:solidFill>
                <a:latin typeface="Arial"/>
              </a:rPr>
              <a:t>Of 4,170 confirmed tromboned traces, 90.6% have an attributable domestic hand-off, carried mostly by ISP H (43.8%), F (22.8%), and G (12.1%); 89.7% of exits pass through Equinix Singapore. Tromboning concentrates almost entirely in Financial Services (58.3%) and Government Services (14.6%); every other sector sits at 1.4% or below.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