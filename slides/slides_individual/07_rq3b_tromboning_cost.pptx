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3A6C4"/>
                </a:solidFill>
                <a:latin typeface="Courier New"/>
              </a:rPr>
              <a:t>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Tromboning Cost: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19072"/>
            <a:ext cx="5333695" cy="201168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56032"/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3A4455"/>
                </a:solidFill>
                <a:latin typeface="Arial"/>
              </a:rPr>
              <a:t>Local traces to Pakistani-hosted sites run a median 25.1 ms; tromboned traces to the same class run 118.0 ms. This pools two different site populations, so it isn't a causal estimate. For the 4 sites reached both locally and via detour by different vantage points, avoiding the detour would cut RTT by 56%, a median saving of 75 ms, across 12 comparable pairs.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867912"/>
            <a:ext cx="5333695" cy="86868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l"/>
            <a:r>
              <a:rPr sz="2600" b="1">
                <a:solidFill>
                  <a:srgbClr val="1B2A4A"/>
                </a:solidFill>
                <a:latin typeface="Courier New"/>
              </a:rPr>
              <a:t>25.1 / 118.0 ms</a:t>
            </a:r>
          </a:p>
          <a:p>
            <a:pPr algn="l"/>
            <a:r>
              <a:rPr sz="1200">
                <a:solidFill>
                  <a:srgbClr val="93A6C4"/>
                </a:solidFill>
                <a:latin typeface="Arial"/>
              </a:rPr>
              <a:t>local vs tromboned median RTT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73752"/>
            <a:ext cx="5333695" cy="86868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l"/>
            <a:r>
              <a:rPr sz="2600" b="1">
                <a:solidFill>
                  <a:srgbClr val="1B2A4A"/>
                </a:solidFill>
                <a:latin typeface="Courier New"/>
              </a:rPr>
              <a:t>-56% / -75 ms</a:t>
            </a:r>
          </a:p>
          <a:p>
            <a:pPr algn="l"/>
            <a:r>
              <a:rPr sz="1200">
                <a:solidFill>
                  <a:srgbClr val="93A6C4"/>
                </a:solidFill>
                <a:latin typeface="Arial"/>
              </a:rPr>
              <a:t>median saving if the detour is avoided (4 comparable sites)</a:t>
            </a:r>
          </a:p>
        </p:txBody>
      </p:sp>
      <p:pic>
        <p:nvPicPr>
          <p:cNvPr id="7" name="Picture 6" descr="fig_local_vs_trombone_c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719072"/>
            <a:ext cx="4754880" cy="290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925312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93A6C4"/>
                </a:solidFill>
                <a:latin typeface="Arial"/>
              </a:rPr>
              <a:t>The rate is stable, not congestion-driven: 5.3-5.9% across hours of the day, 5.3-5.8% across days of the week, with no weekday-to-weekend difference.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