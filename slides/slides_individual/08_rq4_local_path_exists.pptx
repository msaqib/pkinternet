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A Local Path Exists: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0545775" cy="16002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A4455"/>
                </a:solidFill>
                <a:latin typeface="Arial"/>
              </a:rPr>
              <a:t>Three sites account for 86% of all tromboned traces. ISP A reaches every one of them without leaving the country on every single round, while six of the nine operators trombone to them on essentially every round. This is a measurement, not a blind spot: ISP A's probe resolves as many mid-path hops as the probes that do register tromboning.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56431"/>
            <a:ext cx="10545775" cy="17830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3A4455"/>
                </a:solidFill>
                <a:latin typeface="Arial"/>
              </a:rPr>
              <a:t>One financial-services site makes the mechanism concrete: ISP A reaches it in 5.4 ms over a domestic connection. Six of the nine operators reach the same server only by routing abroad first, through Oman for ISP F and through Singapore for ISP D and ISP I, arriving 15 to 33 times slower. Every path that leaves the country still enters through the same ISP A edge, so the domestic path already carries real traffic, it isn't just possible in principle.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22392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415 / 16 / 13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of 444 probe-site pairs: never / always / sometimes tromboned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5422392"/>
            <a:ext cx="5044287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8 / 37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sites ever confirmed tromboned from any vantage; none exceeds 90% of rounds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