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3A6C4"/>
                </a:solidFill>
                <a:latin typeface="Courier New"/>
              </a:rPr>
              <a:t>RQ2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Same-City Latency: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73352"/>
            <a:ext cx="504428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3A6C4"/>
                </a:solidFill>
                <a:latin typeface="Courier New"/>
              </a:rPr>
              <a:t>DOMESTIC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76272"/>
            <a:ext cx="5044287" cy="196596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56032"/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3A4455"/>
                </a:solidFill>
                <a:latin typeface="Arial"/>
              </a:rPr>
              <a:t>The gap is small. In Karachi, ISPs A, G, and F reach Pakistani-hosted sites at a median 18.4, 20.3, and 41.3 ms, a 2.2x spread. In Lahore, ISPs I, D, H, and C run a median 17.5 to 23.7 ms, a 1.4x spread.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60520"/>
            <a:ext cx="5044287" cy="9144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l"/>
            <a:r>
              <a:rPr sz="2600" b="1">
                <a:solidFill>
                  <a:srgbClr val="1B2A4A"/>
                </a:solidFill>
                <a:latin typeface="Courier New"/>
              </a:rPr>
              <a:t>2.2x / 1.4x</a:t>
            </a:r>
          </a:p>
          <a:p>
            <a:pPr algn="l"/>
            <a:r>
              <a:rPr sz="1200">
                <a:solidFill>
                  <a:srgbClr val="93A6C4"/>
                </a:solidFill>
                <a:latin typeface="Arial"/>
              </a:rPr>
              <a:t>Karachi / Lahore spread, domestic 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1673352"/>
            <a:ext cx="504428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3A6C4"/>
                </a:solidFill>
                <a:latin typeface="Courier New"/>
              </a:rPr>
              <a:t>CDN CONTENT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2176272"/>
            <a:ext cx="5044287" cy="196596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56032"/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3A4455"/>
                </a:solidFill>
                <a:latin typeface="Arial"/>
              </a:rPr>
              <a:t>In Karachi, ISP A reaches CDN content at a median 4.4 ms with 61.5% served locally, ISP G at 78.0 ms with 41.0% local, and ISP F at 129.8 ms with none local, a 29.8x spread. In Lahore, ISP C reaches a median 2.8 ms with 84.6% local, while ISPs D, H, and I cluster at 91 to 95 ms with zero local hits, a 34x spread.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4160520"/>
            <a:ext cx="5044287" cy="9144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l"/>
            <a:r>
              <a:rPr sz="2600" b="1">
                <a:solidFill>
                  <a:srgbClr val="1B2A4A"/>
                </a:solidFill>
                <a:latin typeface="Courier New"/>
              </a:rPr>
              <a:t>29.8x / 34x</a:t>
            </a:r>
          </a:p>
          <a:p>
            <a:pPr algn="l"/>
            <a:r>
              <a:rPr sz="1200">
                <a:solidFill>
                  <a:srgbClr val="93A6C4"/>
                </a:solidFill>
                <a:latin typeface="Arial"/>
              </a:rPr>
              <a:t>Karachi / Lahore spread, CDN sites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93A6C4"/>
                </a:solidFill>
                <a:latin typeface="Arial"/>
              </a:rPr>
              <a:t>Every ISP in a city sits at roughly the same physical distance from where a cache would be, so a gap this large can't be a distance problem, it's a peering choice. Cross-checked against Cloudflare's own edge for ISP C: 31 of 33 sites answered from a Pakistani point of presence, with 0 to 3 ms handshakes, physically impossible from outside the country. The same two sites answered from Singapore for every other network.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