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Problem Statement: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83080"/>
            <a:ext cx="10543032" cy="288036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783080"/>
            <a:ext cx="9720072" cy="2880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500" b="1">
                <a:solidFill>
                  <a:srgbClr val="1B2A4A"/>
                </a:solidFill>
                <a:latin typeface="Courier New"/>
              </a:rPr>
              <a:t>2/3</a:t>
            </a:r>
            <a:r>
              <a:rPr sz="1500">
                <a:solidFill>
                  <a:srgbClr val="3A4455"/>
                </a:solidFill>
                <a:latin typeface="Arial"/>
              </a:rPr>
              <a:t> of African interdomain paths detour through Europe unnecessarily, the same failure mode that leaves developing-world IXPs underused elsewhere.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500">
                <a:solidFill>
                  <a:srgbClr val="3A4455"/>
                </a:solidFill>
                <a:latin typeface="Arial"/>
              </a:rPr>
              <a:t>Pakistan's transit market has the same structure. Three licensed gateway operators that every other ISP buys transit from, with little incentive to peer directly.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500">
                <a:solidFill>
                  <a:srgbClr val="3A4455"/>
                </a:solidFill>
                <a:latin typeface="Arial"/>
              </a:rPr>
              <a:t>Nobody's checked whether Pakistan's own exchanges are actually used, or whether that depends on which ISP a user has.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