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81818"/>
                </a:solidFill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69848"/>
            <a:ext cx="502920" cy="38100"/>
          </a:xfrm>
          <a:prstGeom prst="rect">
            <a:avLst/>
          </a:prstGeom>
          <a:solidFill>
            <a:srgbClr val="3F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6128"/>
            <a:ext cx="177800" cy="38100"/>
          </a:xfrm>
          <a:prstGeom prst="rect">
            <a:avLst/>
          </a:prstGeom>
          <a:solidFill>
            <a:srgbClr val="3F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636776"/>
            <a:ext cx="41879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181818"/>
                </a:solidFill>
                <a:latin typeface="Arial"/>
              </a:rPr>
              <a:t>150 million+ broadband users, carried mostly over seven submarine cables. Eight faults reported since 2024.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3448"/>
            <a:ext cx="177800" cy="38100"/>
          </a:xfrm>
          <a:prstGeom prst="rect">
            <a:avLst/>
          </a:prstGeom>
          <a:solidFill>
            <a:srgbClr val="3F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054096"/>
            <a:ext cx="41879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181818"/>
                </a:solidFill>
                <a:latin typeface="Arial"/>
              </a:rPr>
              <a:t>Two IXPs, PKIX (2017) and PIE Karachi (2024), claim latency drops from 100–144 ms to 1–31 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20768"/>
            <a:ext cx="177800" cy="38100"/>
          </a:xfrm>
          <a:prstGeom prst="rect">
            <a:avLst/>
          </a:prstGeom>
          <a:solidFill>
            <a:srgbClr val="3F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471416"/>
            <a:ext cx="41879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solidFill>
                  <a:srgbClr val="181818"/>
                </a:solidFill>
                <a:latin typeface="Arial"/>
              </a:rPr>
              <a:t>Whether that actually happens has never been measured from a neutral vantage point.</a:t>
            </a:r>
          </a:p>
        </p:txBody>
      </p:sp>
      <p:pic>
        <p:nvPicPr>
          <p:cNvPr id="10" name="Picture 9" descr="fig_gateway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361193"/>
            <a:ext cx="5608015" cy="26842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