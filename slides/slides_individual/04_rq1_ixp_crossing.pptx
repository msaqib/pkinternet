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RQ1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IXP Crossing: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19072"/>
            <a:ext cx="10545775" cy="155448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56032"/>
          <a:lstStyle/>
          <a:p>
            <a:pPr algn="l">
              <a:lnSpc>
                <a:spcPct val="125000"/>
              </a:lnSpc>
            </a:pPr>
            <a:r>
              <a:rPr sz="1700">
                <a:solidFill>
                  <a:srgbClr val="3A4455"/>
                </a:solidFill>
                <a:latin typeface="Arial"/>
              </a:rPr>
              <a:t>Across the full week, not one of the 200,292 traces we scanned crossed the peering fabric of PKIX Lahore or PIE Karachi, the two exchanges whose peering-LAN addressing could actually be verified. PKIX Islamabad and PKIX Karachi's addressing couldn't be confirmed, so no crossing claim is made for those two.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456431"/>
            <a:ext cx="10545775" cy="173736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56032"/>
          <a:lstStyle/>
          <a:p>
            <a:pPr algn="l">
              <a:lnSpc>
                <a:spcPct val="125000"/>
              </a:lnSpc>
            </a:pPr>
            <a:r>
              <a:rPr sz="1700">
                <a:solidFill>
                  <a:srgbClr val="3A4455"/>
                </a:solidFill>
                <a:latin typeface="Arial"/>
              </a:rPr>
              <a:t>At PIE Karachi specifically, ISP F and Tencent's ACE CDN both hold live, active route-server sessions, confirmed through the exchange's own real-time routing data. ISP F receives 650 routes through this session, and ACE CDN announces into it. But in our traceroutes, ISP F's traffic to ACE CDN-hosted sites uses a private link instead, bypassing a connection that demonstrably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76672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93A6C4"/>
                </a:solidFill>
                <a:latin typeface="Arial"/>
              </a:rPr>
              <a:t>ACE CDN and Zenlayer are the only major CDNs that participate at any Pakistani IXP at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