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C23"/>
                </a:solidFill>
                <a:latin typeface="IBM Plex Serif"/>
              </a:rPr>
              <a:t>National Block-Routing Census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Does traffic sent to a Pakistani small ISP actually stay in Pakistan?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Standalone exploratory run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48 small ISPs · 747 announced blocks · 7 vantage points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Rayan Atif ·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What we mean by a detour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i="1">
                <a:solidFill>
                  <a:srgbClr val="6B7784"/>
                </a:solidFill>
                <a:latin typeface="IBM Plex Sans"/>
              </a:rPr>
              <a:t>[ diagram — see slides.html ]  A real case from the June run. Both ends are in Lahore. Seven of the eight probed addresses stay inside Pakistan; the eighth leaves the country and comes back.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That excursion is the thing we are counting — across every block of every small ISP, from several different starting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READ THIS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Probes are vantage points, not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Destinations — what we census   Vantage points — where we measure FROM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Who   ·   48 small/local ISPs (PTA FLL licensees)   ·   7 Atlas probes, mostly at large ISPs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Role   ·   The thing being measured   ·   The place the traceroute starts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Chosen for   ·   Completeness — every block   ·   Transit diversity — one per upstream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PTCL, Nayatel, Cybernet, Nova and Z-Com are vantage points. They are never destinations. The targets are always the 747 blocks of the 48 small ISPs.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Why several vantage points? Because a detour depends on the sender's transit — the same block can be local from one network and foreign from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SELECTION &amp;MIDDOT;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How we get to 747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i="1">
                <a:solidFill>
                  <a:srgbClr val="6B7784"/>
                </a:solidFill>
                <a:latin typeface="IBM Plex Sans"/>
              </a:rPr>
              <a:t>[ diagram — see slides.html ]  Every number is derived from a file in the repo, not estimated.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Roster from &lt;span class='mono'&gt;pk_isp_fll_list.csv; prefixes from RIPEstat; blocks written to &lt;span class='mono'&gt;blocks_all.csv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The 18 that announce nothing are excluded from probing — and kept as a finding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Top 5 ISPs hold 432 of 747 blocks (58%), so per-ISP rates lead, not block averages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SELECTION &amp;MIDDOT;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How we get to 7 vantage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Stage   Count   How that number was obtained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PK probes known to the project   ·   16   ·   Exp 4.1 roster + Exp 07 panel map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connected   ·   12   ·   Atlas probe API status, checked 2026-09-01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path-visible under TCP/80   ·   10   ·   drops 7764, 62224 — recorded ICMP-filtered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deduplicated by transit   ·   7   ·   one probe per distinct upstream AS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Selection rule: one vantage per distinct transit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Plus two deliberate duplicates — a second Transworld and a second Cybernet — to test that behaviour clusters by transit rather than assume it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Since June: two probes died, one came back. The roster needed re-checking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The sampling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The unit is the BGP prefix, not the address. Every address in an announced block shares one route — so the block is what we census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Every block is kept. None ranked, pruned or sampled away — a census claim needs completeness. Reduction happens inside blocks, never across them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We probe K addresses inside each block — the next three slides are what K is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Density comes free — how many of the K replied, from the same pass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Prefix-as-unit and density come from TASS (Klick et al., IMC 2016). We invert their rule: TASS drops low-density prefixes; a census must keep every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K &amp;MIDDOT;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K is how many addresses we probe per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i="1">
                <a:solidFill>
                  <a:srgbClr val="6B7784"/>
                </a:solidFill>
                <a:latin typeface="IBM Plex Sans"/>
              </a:rPr>
              <a:t>[ diagram — see slides.html ]  A /24 holds 256 addresses. Probing all of them, for 747 blocks from 7 vantage points, would be 1.3 million traceroutes.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So we probe K evenly spaced addresses instead and let the BGP route do the generalising: every address in the block shares one route, so a handful should tell us how the whole block is reached.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“Should” is the word doing the work. The next slide tests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K &amp;MIDDOT;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Two real blocks, same eight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i="1">
                <a:solidFill>
                  <a:srgbClr val="6B7784"/>
                </a:solidFill>
                <a:latin typeface="IBM Plex Sans"/>
              </a:rPr>
              <a:t>[ diagram — see slides.html ]  Left-to-right, each dot is one probed address. Red left the country; green stayed.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Top: the assumption holds. All 8 agree, so any 2 of them would have given the same answer — K could safely be small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Bottom: the assumption breaks. One address in the block routes abroad while its neighbours do not. Pick the wrong 2 and you record this block as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K &amp;MIDDOT;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How often does the assumption break?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Measured on the June run — 1,758 block-and-vantage pairs that got the full K=8: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Outcome   Share   Meaning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All probed addresses agree   ·   79.4%   ·   the block has one route — small K is safe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Addresses disagree   ·   20.0%   ·   the block is genuinely split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No usable answer   ·   0.6%   ·   all eight silent or inconclusive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One block in five is split. “The route to a block” is not always a well-defined thing — which is itself a finding, and one nobody has published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On the blocks that are unambiguous, a random K=2 reproduces the K=8 verdict 98.6% of the time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So K=2 gets the verdict right and the picture wrong. It cannot see that a block is split, because with two samples there is nothing to compare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Decision: keep K=8. A 20% split rate is too high to sample away. Reduce vantages or rounds if the run needs shrinking — never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CLASSIFICATION &amp;MIDDOT;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What counts as a detour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What we call tromboning is what the measurement literature calls a routing detour — a path between two endpoints in one country that leaves and returns.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Edmundson et al., 2016 — Characterizing and Avoiding Routing Detours Through Surveillance States. Establishes the detour as a systematic property of interdomain routing, and how to identify it from traceroute paths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Gupta et al., PAM 2014 — Peering at the Internet's Frontier: ISP Interconnectivity in Africa. The direct regional antecedent: African traffic detouring via Europe because local interconnection was missing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This census asks that same question of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CLASSIFICATION &amp;MIDDOT;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How we decide it left the country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Geolocation is used — but never on its own. Every foreign-hop claim is gated by RTT.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Rule   Value   Why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Foreign hop must also be slow   ·   ≥ 40 ms   ·   Router geolocation databases disagree (Gharaibeh, IMC 2017), so a country code alone is not evidence. RTT bounds how far a hop can be (Gueye et al., 2006)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Inter-hop jump   ·   ≥ 60 ms   ·   PK→Singapore measures ~60–90 ms — no domestic leg does that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Any hop RTT   ·   ≥ 70 ms   ·   Clear of the domestic ceiling; PK→Europe is ~100–130 ms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Stays local   ·   &lt; 45 ms   ·   Domestic ceiling plus queueing headroom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Known artifact   ·   AS6327   ·   Shaw CPE hop on the Nova probe — physically in PK at ~1.5 ms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Thresholds are ours, calibrated to observed Pakistani RTTs. The principles are from the literature above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The RTT backstop matters: 1,191 of the June run's 2,002 detours were caught this way, where the foreign hop never replied at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What the first run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Exp 4.1 ran a full pass on 2026-06-27 — 18,260 probes, 7 vantage points, 696 of 747 blocks. Every figure below is a value count over that file.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Verdict   Count   Share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Local   ·   15,451   ·   84.6%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Detour — caught by RTT backstop   ·   1,191   ·   6.5%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Detour — foreign hop seen   ·   811   ·   4.4%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Inconclusive   ·   807   ·   4.4%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Detours, combined   ·   2,002   ·   11.0%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Only 2,007 of 18,260 targets answered — 11%. Small-ISP blocks are mostly empty, exactly as the method assumes.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The spread is the interesting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By destination ISP   By vantage point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Bliss Communication   ·   64.5%   ·   Cybernet Haripur   ·   46.3%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Pace Telecom   ·   27.4%   ·   PTCL Karachi   ·   38.4%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Brain Telecom   ·   21.1%   ·   Cybernet Karachi   ·   10.5%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Trans World ES   ·   2.4%   ·   Z-Com Lahore   ·   7.5%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LINKdotNET   ·   0.6%   ·   Nayatel Islamabad   ·   4.0%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Destinations range over two orders of magnitude — not a uniformly broken market, but a handful of badly-connected operators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The vantage range is as wide as the destination range. Where you measure from matters as much as who you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WHY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The first run cannot be quoted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Coverage was badly unbalanced across vantage points — an 8× range in probe counts.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Vantage point   Probes in the run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Z-Com Lahore   ·   4,609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Nova Lahore   ·   4,264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Nayatel Islamabad   ·   3,204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Cybernet Karachi   ·   2,084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Orbit Faisalabad   ·   2,012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PTCL Karachi   ·   1,525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Cybernet Haripur   ·   562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Cybernet Haripur's 46.3% rests on 562 probes; Z-Com's on 4,609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Each vantage saw a different, non-random subset — the rates are not comparable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Only 594 of 696 blocks got the full K=8, so the split rate is measured on a subset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Equal coverage per vantage is the point of re-running.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What the run comes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Measured in traceroutes: 747 blocks × K addresses × S vantage points.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B7784"/>
                </a:solidFill>
                <a:latin typeface="IBM Plex Mono"/>
              </a:rPr>
              <a:t>Stage   Design   Traceroutes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Pilot, once   ·   K=8, 150 blocks, 6 vantages   ·   7,200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Census round × 3   ·   K=8, all 747 blocks, 6 vantages   ·   35,856 each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9424E"/>
                </a:solidFill>
                <a:latin typeface="IBM Plex Sans"/>
              </a:rPr>
              <a:t>Total   ·   114,768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Holding K at 8 is what the 20% split rate buys — and it is not negotiable without giving up split detection entirely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If the run must shrink, drop a vantage or a round. Both lose something you can name; cutting K loses something you cannot see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Paced under the 100-concurrent cap with randomised inter-launch delay — the same good-citizen discipline TASS argues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Six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i="1">
                <a:solidFill>
                  <a:srgbClr val="6B7784"/>
                </a:solidFill>
                <a:latin typeface="IBM Plex Sans"/>
              </a:rPr>
              <a:t>[ diagram — see slides.html ]  Each phase has an exit criterion; nothing proceeds until the line beneath it is true.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9424E"/>
                </a:solidFill>
                <a:latin typeface="IBM Plex Sans"/>
              </a:rPr>
              <a:t>Phase 2 re-measures the split rate on this exact population before the full census commits to it — the 20% figure comes from a subset of the June run, and deserves confirming on a clean, balanced sample.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What we might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A per-ISP detour rate and its real spread — quotable, because balanced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Whether the vantage or the destination dominates. If it is the pair, the fix is bilateral peering; if the destination, that ISP's transit contract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Who the detour transits through — PTCL or Transworld, per ISP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Which foreign exchange it surfaces at — Equinix Singapore, DE-CIX, Omantel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How often a single block splits across two routes — the June data says one in five, and nobody has published that for anywhere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How sparse small-ISP address space really is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Whether any trace touches PKIX or PIE — the panel found 0 of 222,944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Announced-but-dark blocks, and the 18 licensed ISPs announcing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F5FA8"/>
                </a:solidFill>
                <a:latin typeface="IBM Plex Mono"/>
              </a:rPr>
              <a:t>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C23"/>
                </a:solidFill>
                <a:latin typeface="IBM Plex Serif"/>
              </a:rPr>
              <a:t>Limits we state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Density is an active-address proxy, not traffic — Atlas cannot see bytes. Report “% of active address space”, never “% of traffic”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A single round is a snapshot — rates are quoted as a range across rounds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Geolocation is used, but never alone. The residual risk is a hop that is both mis-geolocated and genuinely slow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Transit clustering is an assumption, only partly tested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The FLL roster includes a few large and LDI members — flagged, not dropped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Block sizes are not uniform — 22 of 747 are larger than /24, so the eight positions are computed per prefix length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9424E"/>
                </a:solidFill>
                <a:latin typeface="IBM Plex Sans"/>
              </a:rPr>
              <a:t>•  Every run ships a readable routes file next to the CSV. No verdict without the paths to check it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784"/>
                </a:solidFill>
                <a:latin typeface="IBM Plex Mono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